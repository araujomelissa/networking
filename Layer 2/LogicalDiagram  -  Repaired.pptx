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ssa Araujo" userId="c0bdb9f7-b1c3-482a-8703-c8ffff2330c9" providerId="ADAL" clId="{FF66C3C4-B4D6-4825-BCF0-FE57A8698982}"/>
    <pc:docChg chg="custSel mod modSld modMainMaster">
      <pc:chgData name="Melissa Araujo" userId="c0bdb9f7-b1c3-482a-8703-c8ffff2330c9" providerId="ADAL" clId="{FF66C3C4-B4D6-4825-BCF0-FE57A8698982}" dt="2026-02-18T13:39:01.234" v="2" actId="33475"/>
      <pc:docMkLst>
        <pc:docMk/>
      </pc:docMkLst>
      <pc:sldChg chg="delSp mod">
        <pc:chgData name="Melissa Araujo" userId="c0bdb9f7-b1c3-482a-8703-c8ffff2330c9" providerId="ADAL" clId="{FF66C3C4-B4D6-4825-BCF0-FE57A8698982}" dt="2026-02-18T11:31:18.224" v="0" actId="478"/>
        <pc:sldMkLst>
          <pc:docMk/>
          <pc:sldMk cId="0" sldId="257"/>
        </pc:sldMkLst>
        <pc:spChg chg="del">
          <ac:chgData name="Melissa Araujo" userId="c0bdb9f7-b1c3-482a-8703-c8ffff2330c9" providerId="ADAL" clId="{FF66C3C4-B4D6-4825-BCF0-FE57A8698982}" dt="2026-02-18T11:31:18.224" v="0" actId="478"/>
          <ac:spMkLst>
            <pc:docMk/>
            <pc:sldMk cId="0" sldId="257"/>
            <ac:spMk id="69" creationId="{00000000-0000-0000-0000-000000000000}"/>
          </ac:spMkLst>
        </pc:spChg>
      </pc:sldChg>
      <pc:sldMasterChg chg="delSp mod">
        <pc:chgData name="Melissa Araujo" userId="c0bdb9f7-b1c3-482a-8703-c8ffff2330c9" providerId="ADAL" clId="{FF66C3C4-B4D6-4825-BCF0-FE57A8698982}" dt="2026-02-18T13:39:01.224" v="1" actId="33475"/>
        <pc:sldMasterMkLst>
          <pc:docMk/>
          <pc:sldMasterMk cId="0" sldId="2147483648"/>
        </pc:sldMasterMkLst>
        <pc:spChg chg="del">
          <ac:chgData name="Melissa Araujo" userId="c0bdb9f7-b1c3-482a-8703-c8ffff2330c9" providerId="ADAL" clId="{FF66C3C4-B4D6-4825-BCF0-FE57A8698982}" dt="2026-02-18T13:39:01.224" v="1" actId="33475"/>
          <ac:spMkLst>
            <pc:docMk/>
            <pc:sldMasterMk cId="0" sldId="2147483648"/>
            <ac:spMk id="3" creationId="{8F9D770D-D5CA-196C-7229-8CC7B02F1D86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76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4E79"/>
                </a:solidFill>
              </a:rPr>
              <a:t>Logical Network Diagram (Layer 2 / VLANs)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2E2E"/>
                </a:solidFill>
              </a:rPr>
              <a:t>Site Addressing: 10.0.X.0/24 per VLAN (SiteNumber = 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</a:rPr>
              <a:t>Gateway scheme per VLAN: GW1 .1 | GW2 .2 | GW3 .3 | VIP (HSRP/VRRP) .20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</a:rPr>
              <a:t>Ranges: Fixed .21–.99 | DHCP .100–.199 | Reserved .200–.254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02920"/>
            <a:ext cx="1737360" cy="8229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" name="Text 1"/>
          <p:cNvSpPr/>
          <p:nvPr/>
        </p:nvSpPr>
        <p:spPr>
          <a:xfrm>
            <a:off x="475488" y="57607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Internet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886968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External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31720" y="502920"/>
            <a:ext cx="1920240" cy="8229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2441448" y="57607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ISP / Provider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41448" y="886968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VLAN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10.0.1.0/24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26280" y="411480"/>
            <a:ext cx="2011680" cy="1005840"/>
          </a:xfrm>
          <a:prstGeom prst="roundRect">
            <a:avLst/>
          </a:prstGeom>
          <a:solidFill>
            <a:srgbClr val="FFF4E6"/>
          </a:solidFill>
          <a:ln w="12700">
            <a:solidFill>
              <a:srgbClr val="C97A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/>
          <p:nvPr/>
        </p:nvSpPr>
        <p:spPr>
          <a:xfrm>
            <a:off x="4636008" y="48463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Edge Firewall/Router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6008" y="795528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NAT / VPN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Security policy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Default route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12280" y="228600"/>
            <a:ext cx="22860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/>
          <p:nvPr/>
        </p:nvSpPr>
        <p:spPr>
          <a:xfrm>
            <a:off x="6922008" y="30175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CORE-SW1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22008" y="61264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L3 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HSRP/VRRP Primary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143000"/>
            <a:ext cx="2286000" cy="82296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/>
          <p:nvPr/>
        </p:nvSpPr>
        <p:spPr>
          <a:xfrm>
            <a:off x="6922008" y="121615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CORE-SW2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22008" y="152704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L3 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HSRP/VRRP Secondary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F5597"/>
                </a:solidFill>
              </a:rPr>
              <a:t>VIP per VLAN: 10.0.&lt;VLAN&gt;.20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502920"/>
            <a:ext cx="2331720" cy="822960"/>
          </a:xfrm>
          <a:prstGeom prst="roundRect">
            <a:avLst/>
          </a:prstGeom>
          <a:solidFill>
            <a:srgbClr val="EAF7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/>
          <p:nvPr/>
        </p:nvSpPr>
        <p:spPr>
          <a:xfrm>
            <a:off x="9619488" y="57607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Access Switches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19488" y="886968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User/AP/Camera/Phone ports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Trunks to 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1508760"/>
            <a:ext cx="2331720" cy="822960"/>
          </a:xfrm>
          <a:prstGeom prst="roundRect">
            <a:avLst/>
          </a:prstGeom>
          <a:solidFill>
            <a:srgbClr val="F3E8FD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9619488" y="1581912"/>
            <a:ext cx="2112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</a:rPr>
              <a:t>OOB Mgmt Switch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19488" y="1892808"/>
            <a:ext cx="21122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VLAN 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D3D"/>
                </a:solidFill>
              </a:rPr>
              <a:t>Server iDRAC/iLO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914400"/>
            <a:ext cx="228600" cy="0"/>
          </a:xfrm>
          <a:prstGeom prst="line">
            <a:avLst/>
          </a:prstGeom>
          <a:noFill/>
          <a:ln w="15875">
            <a:solidFill>
              <a:srgbClr val="66666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4251960" y="914400"/>
            <a:ext cx="274320" cy="0"/>
          </a:xfrm>
          <a:prstGeom prst="line">
            <a:avLst/>
          </a:prstGeom>
          <a:noFill/>
          <a:ln w="15875">
            <a:solidFill>
              <a:srgbClr val="66666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6537960" y="914400"/>
            <a:ext cx="274320" cy="0"/>
          </a:xfrm>
          <a:prstGeom prst="line">
            <a:avLst/>
          </a:prstGeom>
          <a:noFill/>
          <a:ln w="15875">
            <a:solidFill>
              <a:srgbClr val="66666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7" name="Shape 25"/>
          <p:cNvSpPr/>
          <p:nvPr/>
        </p:nvSpPr>
        <p:spPr>
          <a:xfrm>
            <a:off x="9098280" y="868680"/>
            <a:ext cx="411480" cy="0"/>
          </a:xfrm>
          <a:prstGeom prst="line">
            <a:avLst/>
          </a:prstGeom>
          <a:noFill/>
          <a:ln w="15875">
            <a:solidFill>
              <a:srgbClr val="66666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9098280" y="1417320"/>
            <a:ext cx="411480" cy="502920"/>
          </a:xfrm>
          <a:prstGeom prst="line">
            <a:avLst/>
          </a:prstGeom>
          <a:noFill/>
          <a:ln w="15875">
            <a:solidFill>
              <a:srgbClr val="66666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/>
          <p:nvPr/>
        </p:nvSpPr>
        <p:spPr>
          <a:xfrm>
            <a:off x="365760" y="26060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VLANs / Subnets (10.0.&lt;VLAN&gt;.0/24)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475488" y="3090672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2 — Hosts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" y="3310128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10.0.2.0/24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017520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/>
          <p:nvPr/>
        </p:nvSpPr>
        <p:spPr>
          <a:xfrm>
            <a:off x="4498848" y="3090672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3 — Staff Radio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98848" y="3310128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10.0.3.0/24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3017520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Text 35"/>
          <p:cNvSpPr/>
          <p:nvPr/>
        </p:nvSpPr>
        <p:spPr>
          <a:xfrm>
            <a:off x="8522208" y="3090672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4 — Power Infrastructure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22208" y="3310128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10.0.4.0/24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675888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Text 38"/>
          <p:cNvSpPr/>
          <p:nvPr/>
        </p:nvSpPr>
        <p:spPr>
          <a:xfrm>
            <a:off x="475488" y="3749040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5 — Technical Clients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5488" y="3968496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10.0.5.0/24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3675888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/>
          <p:nvPr/>
        </p:nvSpPr>
        <p:spPr>
          <a:xfrm>
            <a:off x="4498848" y="3749040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6 — Infrastructure Servers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498848" y="3968496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10.0.6.0/24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0" y="3675888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/>
          <p:nvPr/>
        </p:nvSpPr>
        <p:spPr>
          <a:xfrm>
            <a:off x="8522208" y="3749040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7 — Telephony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22208" y="3968496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10.0.7.0/24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334256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Text 47"/>
          <p:cNvSpPr/>
          <p:nvPr/>
        </p:nvSpPr>
        <p:spPr>
          <a:xfrm>
            <a:off x="475488" y="4407408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8 — HVAC Infrastructure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75488" y="4626864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10.0.8.0/24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389120" y="4334256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/>
          <p:nvPr/>
        </p:nvSpPr>
        <p:spPr>
          <a:xfrm>
            <a:off x="4498848" y="4407408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9 — Storage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98848" y="4626864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10.0.9.0/24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12480" y="4334256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/>
          <p:nvPr/>
        </p:nvSpPr>
        <p:spPr>
          <a:xfrm>
            <a:off x="8522208" y="4407408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10 — NetMan (Mgmt)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22208" y="4626864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10.0.10.0/24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4992624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8" name="Text 56"/>
          <p:cNvSpPr/>
          <p:nvPr/>
        </p:nvSpPr>
        <p:spPr>
          <a:xfrm>
            <a:off x="475488" y="5065776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11 — Security Cameras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5488" y="5285232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10.0.11.0/24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389120" y="4992624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/>
          <p:nvPr/>
        </p:nvSpPr>
        <p:spPr>
          <a:xfrm>
            <a:off x="4498848" y="5065776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12 — Server OOBM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498848" y="5285232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10.0.12.0/24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412480" y="4992624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4" name="Text 62"/>
          <p:cNvSpPr/>
          <p:nvPr/>
        </p:nvSpPr>
        <p:spPr>
          <a:xfrm>
            <a:off x="8522208" y="5065776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15 — Routers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522208" y="5285232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10.0.15.0/24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5650992"/>
            <a:ext cx="37033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/>
          <p:nvPr/>
        </p:nvSpPr>
        <p:spPr>
          <a:xfrm>
            <a:off x="475488" y="5724144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VLAN 16 — Links / Transit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75488" y="5943600"/>
            <a:ext cx="3483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10.0.16.0/24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ff8c8b6-279e-4bb3-8bbb-a892dcc5acef}" enabled="1" method="Privileged" siteId="{501dcf78-e96e-4862-8987-fa2d9ae1fdc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Widescreen</PresentationFormat>
  <Paragraphs>55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Design Consultant</dc:creator>
  <cp:lastModifiedBy>Melissa Araujo</cp:lastModifiedBy>
  <cp:revision>2</cp:revision>
  <dcterms:created xsi:type="dcterms:W3CDTF">2026-02-16T14:24:49Z</dcterms:created>
  <dcterms:modified xsi:type="dcterms:W3CDTF">2026-02-18T13:43:28Z</dcterms:modified>
</cp:coreProperties>
</file>